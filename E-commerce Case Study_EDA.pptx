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435417" y="2598390"/>
            <a:ext cx="932116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638550" y="3703290"/>
            <a:ext cx="4914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Case Study in E-commerce Customer Behavior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751879" y="6419566"/>
            <a:ext cx="491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by: Jose Mosse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5286375" cy="2857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43162"/>
            <a:ext cx="5286375" cy="28573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83368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What is EDA?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367087"/>
            <a:ext cx="450532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(EDA) is the crucial process of investigating datasets to summarize their main characteristics. It's how we uncover patterns, spot anomalies, test hypotheses, and check assumptions *before* formal modeling begins.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283368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367087"/>
            <a:ext cx="45053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analyze 22,049 e-commerce transactions to understand customer demographics, identify key purchasing habits, and uncover the primary drivers of revenue. This process forms the foundation for actionable, data-driven strategy.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"Why": What is EDA?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007"/>
            <a:ext cx="34290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47007"/>
            <a:ext cx="34290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47007"/>
            <a:ext cx="3429000" cy="3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750933" y="3256657"/>
            <a:ext cx="1070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Volume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393293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22,049 transactions were analyzed, providing a robust sample size for identifying significant trends.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485923" y="3256657"/>
            <a:ext cx="122015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76775" y="3932932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18 columns, including demographics (Age, Gender), order details (Category, Price), and behavior (Session Duration).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000886" y="3256657"/>
            <a:ext cx="181022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Quality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86775" y="3932932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Initial checks confirmed 0 missing values. The data is clean, complete, and ready for analysis, ensuring reliable insights.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56133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5613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5613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Dataset: At a Glance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2262187" y="5529262"/>
            <a:ext cx="7667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customer base is predominantly male, accounting for 60% of all transactions analyzed.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Customer Demographics: Gender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54472"/>
            <a:ext cx="11049000" cy="523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123950" y="5689252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customer base is primarily young to middle-aged. The median age is 35, with 75% of all customers being 42 or younger.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68647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Customer Demographics: Age Distribution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123950" y="4710112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Electronics is the undisputed revenue leader, generating more than 2.5x the revenue of the next closest category, Home &amp; Garden.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Finding 1: Revenue Drivers by Category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1143000" y="455295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discount strategy is heavily focused on mobile users, who received 1.6x more in total discounts than desktop users.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Finding 2: Discount Strategy by Device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1123950" y="5019675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Credit Card and Digital Wallet are the dominant payment methods. Cash on Delivery is extremely rare, suggesting a digitally-native customer base.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Finding 3: Payment Method Popularity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571500" y="228123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70%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571500" y="370998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Returning Customers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6334125" y="228123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Strong Customer Loyalty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6334125" y="28336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significant 70% of all transactions are made by returning customers. This high loyalty rate indicates a strong product-market fit and a successful customer retention loop.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6334125" y="411003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14.5 Mins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6334125" y="46624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Customers are actively engaged, spending an average of 14.5 minutes per session and viewing an average of 9 pages.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User Engagement &amp; Loyalty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190750" y="2214562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Focus on Electronics: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With Electronics driving 2.5x the revenue of the next category, this is the core growth engine. Prioritize inventory, marketing, and cross-selling accessories for these high-value items.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2190750" y="3319462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Optimize the Mobile-First Strategy: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 heavy investment in mobile discounts is clear. This strategy should be paired with a best-in-class mobile app experience to maximize conversion and capitalize on the engaged mobile user base.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2190750" y="4424362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Streamline Top Payment Methods: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Credit Card and Digital Wallet are virtually tied for #1. A frictionless, "one-click" checkout process for these two methods is essential to reduce cart abandonment.</a:t>
            </a:r>
            <a:endParaRPr/>
          </a:p>
        </p:txBody>
      </p:sp>
      <p:pic>
        <p:nvPicPr>
          <p:cNvPr descr="image.png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621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670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7198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Actionable Insights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7862"/>
            <a:ext cx="528637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7862"/>
            <a:ext cx="528637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962025" y="233838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Deeper Dives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6724650" y="233838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Predictive Modeling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1162050" y="28432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1200150" y="2843212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 RFM (Recency, Frequency, Monetary) analysis to segment high-value customers.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1162050" y="35956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1200150" y="3595687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Analyze the impact of discount *percentage* on conversion rates and average order value.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1162050" y="43481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1200150" y="434816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Map `Customer_Rating` against `Delivery_Time_Days` to find the key drivers of dissatisfaction.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6924675" y="28432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962775" y="284321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Build a classification model to predict customer churn based on session data and purchase frequency.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924675" y="39004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962775" y="3900487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Create a recommendation engine to cross-sell products (e.g., "Sports" customers may also buy "Electronics").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Next Steps: Deeper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295275" y="236026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571500" y="35032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571500" y="424993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linkedin.com/in/your-profile | github.com/your-username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